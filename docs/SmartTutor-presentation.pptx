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8809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Thank you for your time today. I am [name], applying for [position]. My solution is SmartTutor: a mobile app that turns any document, such as a policy, a process or an onboarding guide, into a complete training course: a narrated video under five minutes and a one-page infographic. It takes a few minutes and costs about six cents per course. In about eight minutes I will cover four parts: what the app is, a live demo, how the system works, and finally the current limitations and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SmartTutor is for HR and training teams who have plenty of documents but no time to produce training videos. You open the app on your phone, pick a document and tap Generate. A few minutes later you get two things. First, a training video under five minutes, with narration, real footage, and on-screen points and captions that follow the voice. Second, a one-page infographic with the key numbers, key ideas, steps, do and avoid tips, and a quick check question. Employees watch the video to understand and keep the infographic as a reference. The app writes and narrates in the language of the document. Let me show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two-page onboarding guide for new employees. I open the app, pick the file and tap Generate. The app shows each step the AI is working on: reading the document, writing the script, recording the voice, finding footage and rendering. I have sped this part up; in real time it takes about four minutes. Here is the result: narration, real footage, key points that appear exactly when they are spoken, and captions. And this is the infographic: key numbers, key ideas, steps, do and avoid, and a quick check. Both can be saved or shared with colleagues.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has four main steps. One: Gemini reads the document and writes the whole course in a single structured call, so the video and the infographic always agree. Two: media is produced in parallel: narration, real footage from Pexels, and photos for the infographic. Three: the system measures the real length of the voice-over to guarantee the video stays under five minutes. Four: the infographic and the video are rendered by code, so every word is spelled correctly, including Vietnamese diacritics. Finally the app polls the status and downloads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system has four blocks: the mobile app, the application server, the video and infographic renderers, and external AI services. The app uploads the document; the server immediately returns a task id and works in the background while the app polls for progress, so an unstable mobile connection never loses the result. On security: the mobile app holds no API keys; every key lives only on the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decisions I want to highlight. First, the AI writes content and code owns the design. Image models still misspell text, so I never let the AI draw text. Second, I tested Google Veo for AI-generated video. The shots look great, but it costs hundreds of times more and has a daily quota. For training, real footage is cheaper and never shows the wrong thing. Veo is still in the code, enabled with one setting. Third, every step has a fallback: if Gemini voices run out of quota the app switches to free Microsoft voices, and if the animated renderer fails it uses a simpler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also want to be clear about the limits of this version. The server runs on a laptop and task status is kept in memory, so a restart loses it. Several uploads at once slow the machine down because there is no queue yet. A course takes minutes to render. And there are no accounts or roles yet. This is a demo built within the assignment time, and each point already has a planned fix, which brings me to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continue, I would prioritise three things. One: move to the cloud with a job queue and parallel rendering, so many users can generate at once in seconds. Two: let HR review and edit the script before rendering, to stay in control of the content. Three: scored quizzes and export to the company's LMS. I see SmartTutor as a training module in an HR platform: HR uploads processes and policies, the system builds the lessons, and tracks which employees completed them. Thank you for listening. I am happy to take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SmartTutor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C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document into a training course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upload. A narrated video under 5 minutes and a one-page infographic, in a few minutes.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[Dinh Hoang Phuc]   ·  October 2026</a:t>
            </a:r>
            <a:endParaRPr lang="en-US" sz="1200" dirty="0"/>
          </a:p>
        </p:txBody>
      </p:sp>
      <p:pic>
        <p:nvPicPr>
          <p:cNvPr id="6" name="Image 0" descr="C:\Users\Admin\AppData\Local\Temp\claude\d--SmartTutor\5ff2c210-ed39-47c1-9187-8611ef6ccd50\scratchpad\deck\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34440"/>
            <a:ext cx="3840480" cy="21602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46320" y="3474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output: a frame from a video SmartTutor generated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SmartTutor?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HR and training teams who have plenty of documents but no time to produce training videos.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83080"/>
            <a:ext cx="640080" cy="64008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9431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document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154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DOCX or TXT: a policy, process or onboarding guide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a few minutes</a:t>
            </a:r>
            <a:endParaRPr lang="en-US" sz="12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2514600"/>
            <a:ext cx="548640" cy="548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572000" y="1554480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D6F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37360"/>
            <a:ext cx="594360" cy="594360"/>
          </a:xfrm>
          <a:prstGeom prst="ellipse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3470" y="1885950"/>
            <a:ext cx="297180" cy="2971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532120" y="1691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video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5532120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Narrated, real footage, captions, under 5 minutes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572000" y="2651760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D6F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754880" y="2834640"/>
            <a:ext cx="594360" cy="594360"/>
          </a:xfrm>
          <a:prstGeom prst="ellipse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3470" y="2983230"/>
            <a:ext cx="297180" cy="2971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532120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Infographic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5532120" y="3127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numbers, ideas, steps, do / avoid and a quick quiz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57200" y="4069080"/>
            <a:ext cx="411480" cy="411480"/>
          </a:xfrm>
          <a:prstGeom prst="ellipse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070" y="4171950"/>
            <a:ext cx="205740" cy="2057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60120" y="4069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 phone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3246120" y="4069080"/>
            <a:ext cx="411480" cy="411480"/>
          </a:xfrm>
          <a:prstGeom prst="ellipse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990" y="4171950"/>
            <a:ext cx="205740" cy="20574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749040" y="4069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 the document's language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6035040" y="4069080"/>
            <a:ext cx="411480" cy="411480"/>
          </a:xfrm>
          <a:prstGeom prst="ellipse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910" y="4171950"/>
            <a:ext cx="205740" cy="2057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537960" y="4069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$0.06 per course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pic>
        <p:nvPicPr>
          <p:cNvPr id="3" name="Image 0" descr="C:\Users\Admin\AppData\Local\Temp\claude\d--SmartTutor\5ff2c210-ed39-47c1-9187-8611ef6ccd50\scratchpad\deck\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5120640" cy="2880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06040" y="2125980"/>
            <a:ext cx="822960" cy="822960"/>
          </a:xfrm>
          <a:prstGeom prst="ellipse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2354580"/>
            <a:ext cx="365760" cy="365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or link the demo video here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943600" y="1097280"/>
            <a:ext cx="502920" cy="50292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9330" y="1223010"/>
            <a:ext cx="251460" cy="2514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583680" y="10789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document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583680" y="1353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2-page onboarding guide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5943600" y="1828800"/>
            <a:ext cx="502920" cy="50292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330" y="1954530"/>
            <a:ext cx="251460" cy="2514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583680" y="18105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658368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each AI step live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5943600" y="2560320"/>
            <a:ext cx="502920" cy="50292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9330" y="2686050"/>
            <a:ext cx="251460" cy="2514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583680" y="25420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583680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Voice, real footage, captions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943600" y="3291840"/>
            <a:ext cx="502920" cy="50292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69330" y="3417570"/>
            <a:ext cx="251460" cy="25146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583680" y="32735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or share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6583680" y="3547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and infographic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SmartTutor\docs\mai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pic>
        <p:nvPicPr>
          <p:cNvPr id="3" name="Image 0" descr="D:\SmartTutor\docs\system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60120"/>
            <a:ext cx="80467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key decisions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731520" cy="73152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6459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77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writes, code designs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only produces structured content. Templates render every word, so text is always correct and the result looks designed.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91840" y="118872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463040"/>
            <a:ext cx="731520" cy="73152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16459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77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footage over AI video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Google Veo: impressive, but hundreds of times more expensive and quota-limited. Veo stays available behind one setting.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126480" y="118872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463040"/>
            <a:ext cx="731520" cy="73152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16459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77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for every step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falls back to free Microsoft voices, the renderer to a simpler engine. Running out of quota still produces a video.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9D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25880"/>
            <a:ext cx="548640" cy="548640"/>
          </a:xfrm>
          <a:prstGeom prst="ellipse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630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984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laptop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status lives in memory and is lost on restart.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148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cloud VM, Redis or a database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09728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9D6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325880"/>
            <a:ext cx="548640" cy="548640"/>
          </a:xfrm>
          <a:prstGeom prst="ellipse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4630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2984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limit on parallel jobs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uploads at once slow the machine down.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623560" y="2148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 job queue and render workers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288036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9D6F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2461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3081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per course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417320" y="3429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runs at about real time.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417320" y="3931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parallel rendering in the cloud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663440" y="288036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9D6F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892040" y="3108960"/>
            <a:ext cx="548640" cy="548640"/>
          </a:xfrm>
          <a:prstGeom prst="ellipse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24612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23560" y="3081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 yet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623560" y="3429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login, roles or file retention policy.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623560" y="3931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authentication and auto-cleanup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94360" cy="59436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790" y="1245870"/>
            <a:ext cx="297180" cy="2971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Cloud, queue and parallel rendering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4081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users at once, seconds per course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594360" cy="59436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030" y="12458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rendering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4081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edits the script to control content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2103120"/>
            <a:ext cx="594360" cy="59436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790" y="2251710"/>
            <a:ext cx="297180" cy="2971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08483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quizzes and LMS export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24140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the company's existing learning platform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663440" y="2103120"/>
            <a:ext cx="594360" cy="594360"/>
          </a:xfrm>
          <a:prstGeom prst="ellipse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2030" y="2251710"/>
            <a:ext cx="297180" cy="2971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08483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learning history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24140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who has completed each course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3337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C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SmartTutor: a training module for an HR platform</a:t>
            </a:r>
            <a:endParaRPr lang="en-US" sz="24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1271</Words>
  <Application>Microsoft Office PowerPoint</Application>
  <PresentationFormat>On-screen Show (16:9)</PresentationFormat>
  <Paragraphs>76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SmartTutor</dc:title>
  <dc:subject>PptxGenJS Presentation</dc:subject>
  <dc:creator>PptxGenJS</dc:creator>
  <cp:lastModifiedBy>Administrator</cp:lastModifiedBy>
  <cp:revision>2</cp:revision>
  <dcterms:created xsi:type="dcterms:W3CDTF">2026-09-30T17:57:59Z</dcterms:created>
  <dcterms:modified xsi:type="dcterms:W3CDTF">2026-09-30T18:00:59Z</dcterms:modified>
</cp:coreProperties>
</file>