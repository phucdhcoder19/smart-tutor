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0" r:id="rId5"/>
    <p:sldId id="259" r:id="rId6"/>
    <p:sldId id="261" r:id="rId7"/>
    <p:sldId id="263" r:id="rId8"/>
    <p:sldId id="264" r:id="rId9"/>
    <p:sldId id="265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9499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Thank you for your time today. I am [name], applying for [position]. My solution is SmartTutor: a mobile app that turns any document, such as a policy, a process or an onboarding guide, into a complete training course: a narrated video under five minutes and a one-page infographic. It takes a few minutes and costs about six cents per course. In about eight minutes I will cover four parts: what the app is, a demo, how the system works, and finally the current limitations and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SmartTutor is for HR and training teams who have plenty of documents but no time to produce training videos. You open the app on your phone, pick a document and tap Generate. A few minutes later you get two things. First, a training video under five minutes, with narration, real footage, and on-screen points and captions that follow the voice. Second, a one-page infographic with the key numbers, key ideas, steps, do and avoid tips, and a quick check question. Employees watch the video to understand and keep the infographic as a reference. The app writes and narrates in the language of the document. Let me show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two-page onboarding guide for new employees. I open the app, pick the file and tap Generate. The app shows each step the AI is working on: reading the document, writing the script, recording the voice, finding footage and rendering. I have sped this part up; in real time it takes about four minutes. Here is the result: narration, real footage, key points that appear exactly when they are spoken, and captions. And this is the infographic: key numbers, key ideas, steps, do and avoid, and a quick check. Both can be saved or shared with colleagues.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system has four blocks: the mobile app, the application server, the video and infographic renderers, and external AI services. The app uploads the document; the server immediately returns a task id and works in the background while the app polls for progress, so an unstable mobile connection never loses the result. On security: the mobile app holds no API keys; every key lives only on the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pipeline has four main steps. One: Gemini reads the document and writes the whole course in a single structured call, so the video and the infographic always agree. Two: media is produced in parallel: narration, real footage from Pexels, and photos for the infographic. Three: the system measures the real length of the voice-over to guarantee the video stays under five minutes. Four: the infographic and the video are rendered by code, so every word is spelled correctly, including Vietnamese diacritics. Finally the app polls the status and downloads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decisions I want to highlight. First, the AI writes content and code owns the design. Image models still misspell text, so I never let the AI draw text. Second, I tested Google Veo for AI-generated video. The shots look great, but it costs hundreds of times more and has a daily quota. For training, real footage is cheaper and never shows the wrong thing. Veo is still in the code, enabled with one setting. Third, every step has a fallback: if Gemini voices run out of quota the app switches to free Microsoft voices, and if the animated renderer fails it uses a simpler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also want to be clear about the limits of this version. The server runs on a laptop and task status is kept in memory, so a restart loses it. Several uploads at once slow the machine down because there is no queue yet. A course takes minutes to render. And there are no accounts or roles yet. This is a demo built within the assignment time, and each point already has a planned fix, which brings me to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 continue, I would prioritise three things. One: move to the cloud with a job queue and parallel rendering, so many users can generate at once in seconds. Two: let HR review and edit the script before rendering, to stay in control of the content. Three: scored quizzes and export to the company's LMS. I see SmartTutor as a training module in an HR platform: HR uploads processes and policies, the system builds the lessons, and tracks which employees completed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for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SmartTutor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FFC8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any document into a training course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9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upload. A narrated video under 5 minutes and a one-page infographic, in a few minutes.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Dinh Hoang Phuc   ·  October 2026</a:t>
            </a:r>
            <a:endParaRPr lang="en-US" sz="1200" dirty="0"/>
          </a:p>
        </p:txBody>
      </p:sp>
      <p:pic>
        <p:nvPicPr>
          <p:cNvPr id="6" name="Image 0" descr="C:\Users\Admin\AppData\Local\Temp\claude\d--SmartTutor\5ff2c210-ed39-47c1-9187-8611ef6ccd50\scratchpad\deck\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234440"/>
            <a:ext cx="3840480" cy="2160270"/>
          </a:xfrm>
          <a:prstGeom prst="rect">
            <a:avLst/>
          </a:prstGeom>
          <a:effectLst>
            <a:outerShdw blurRad="177800" dist="50800" dir="5400000" algn="bl" rotWithShape="0">
              <a:srgbClr val="000000">
                <a:alpha val="35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4846320" y="3520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output: a frame from a video SmartTutor generated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SmartTutor?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HR and training teams who have plenty of documents but no time to produce training videos.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65176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DCE3F2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37360"/>
            <a:ext cx="77724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6" name="Image 0" descr="C:\Users\Admin\AppData\Local\Temp\claude\d--SmartTutor\5ff2c210-ed39-47c1-9187-8611ef6ccd50\scratchpad\deck\emoji\d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" y="1861718"/>
            <a:ext cx="528523" cy="52852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44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880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document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2186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DOCX or TXT: a policy, process or onboarding guide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154680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4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· a few minutes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520440" y="2606040"/>
            <a:ext cx="640080" cy="365760"/>
          </a:xfrm>
          <a:prstGeom prst="rightArrow">
            <a:avLst/>
          </a:prstGeom>
          <a:solidFill>
            <a:srgbClr val="1446D6"/>
          </a:solidFill>
          <a:ln w="12700">
            <a:solidFill>
              <a:srgbClr val="1446D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0" y="1508760"/>
            <a:ext cx="411480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CE3F2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54880" y="1682496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14" name="Image 1" descr="C:\Users\Admin\AppData\Local\Temp\claude\d--SmartTutor\5ff2c210-ed39-47c1-9187-8611ef6ccd50\scratchpad\deck\emoji\clapp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1923" y="1799539"/>
            <a:ext cx="497434" cy="49743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669280" y="16916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video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5669280" y="20574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Narrated, real footage, captions, under 5 minutes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572000" y="2679192"/>
            <a:ext cx="411480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CE3F2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754880" y="2852928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19" name="Image 2" descr="C:\Users\Admin\AppData\Local\Temp\claude\d--SmartTutor\5ff2c210-ed39-47c1-9187-8611ef6ccd50\scratchpad\deck\emoji\pi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1923" y="2969971"/>
            <a:ext cx="497434" cy="49743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669280" y="286207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Infographic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5669280" y="322783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numbers, ideas, steps, do / avoid and a quick quiz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57200" y="40690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23" name="Image 3" descr="C:\Users\Admin\AppData\Local\Temp\claude\d--SmartTutor\5ff2c210-ed39-47c1-9187-8611ef6ccd50\scratchpad\deck\emoji\pho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4142232"/>
            <a:ext cx="310896" cy="31089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024128" y="4069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 phone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3246120" y="40690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26" name="Image 4" descr="C:\Users\Admin\AppData\Local\Temp\claude\d--SmartTutor\5ff2c210-ed39-47c1-9187-8611ef6ccd50\scratchpad\deck\emoji\glo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9272" y="4142232"/>
            <a:ext cx="310896" cy="31089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813048" y="4069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in the document's language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35040" y="40690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29" name="Image 5" descr="C:\Users\Admin\AppData\Local\Temp\claude\d--SmartTutor\5ff2c210-ed39-47c1-9187-8611ef6ccd50\scratchpad\deck\emoji\co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4142232"/>
            <a:ext cx="310896" cy="310896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601968" y="4069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$0.06 per course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pic>
        <p:nvPicPr>
          <p:cNvPr id="3" name="Image 0" descr="C:\Users\Admin\AppData\Local\Temp\claude\d--SmartTutor\5ff2c210-ed39-47c1-9187-8611ef6ccd50\scratchpad\deck\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5120640" cy="2880360"/>
          </a:xfrm>
          <a:prstGeom prst="rect">
            <a:avLst/>
          </a:prstGeom>
          <a:effectLst>
            <a:outerShdw blurRad="177800" dist="50800" dir="5400000" algn="bl" rotWithShape="0">
              <a:srgbClr val="000000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2606040" y="2125980"/>
            <a:ext cx="822960" cy="822960"/>
          </a:xfrm>
          <a:prstGeom prst="ellipse">
            <a:avLst/>
          </a:prstGeom>
          <a:solidFill>
            <a:srgbClr val="FFC845"/>
          </a:solidFill>
          <a:ln w="12700">
            <a:solidFill>
              <a:srgbClr val="FFC84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Shape 2"/>
          <p:cNvSpPr/>
          <p:nvPr/>
        </p:nvSpPr>
        <p:spPr>
          <a:xfrm rot="5400000">
            <a:off x="2862072" y="2336292"/>
            <a:ext cx="365760" cy="402336"/>
          </a:xfrm>
          <a:prstGeom prst="triangle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4114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or link the demo video here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0" y="10972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8" name="Image 1" descr="C:\Users\Admin\AppData\Local\Temp\claude\d--SmartTutor\5ff2c210-ed39-47c1-9187-8611ef6ccd50\scratchpad\deck\emoji\out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1382" y="1185062"/>
            <a:ext cx="373075" cy="37307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629400" y="11155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document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629400" y="1389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9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2-page onboarding guide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943600" y="1847088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12" name="Image 2" descr="C:\Users\Admin\AppData\Local\Temp\claude\d--SmartTutor\5ff2c210-ed39-47c1-9187-8611ef6ccd50\scratchpad\deck\emoji\spark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1382" y="1934870"/>
            <a:ext cx="373075" cy="37307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629400" y="186537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629400" y="21396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9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shows each AI step live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943600" y="2596896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16" name="Image 3" descr="C:\Users\Admin\AppData\Local\Temp\claude\d--SmartTutor\5ff2c210-ed39-47c1-9187-8611ef6ccd50\scratchpad\deck\emoji\camer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1382" y="2684678"/>
            <a:ext cx="373075" cy="37307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629400" y="261518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video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6629400" y="2889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9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Voice, real footage, captions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943600" y="334670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20" name="Image 4" descr="C:\Users\Admin\AppData\Local\Temp\claude\d--SmartTutor\5ff2c210-ed39-47c1-9187-8611ef6ccd50\scratchpad\deck\emoji\lin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1382" y="3434486"/>
            <a:ext cx="373075" cy="373075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629400" y="33649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or share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6629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9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and infographic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CE3F2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4" name="Image 0" descr="D:\SmartTutor\docs\system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51560"/>
            <a:ext cx="7955280" cy="37787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SmartTutor\docs\main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key decisions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CE3F2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444752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5" name="Image 0" descr="C:\Users\Admin\AppData\Local\Temp\claude\d--SmartTutor\5ff2c210-ed39-47c1-9187-8611ef6ccd50\scratchpad\deck\emoji\pal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1576426"/>
            <a:ext cx="559613" cy="55961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4688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writes, code designs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1089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only produces structured content. Templates render every word, so text is always correct and the result looks designed.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291840" y="118872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CE3F2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566160" y="1444752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10" name="Image 1" descr="C:\Users\Admin\AppData\Local\Temp\claude\d--SmartTutor\5ff2c210-ed39-47c1-9187-8611ef6ccd50\scratchpad\deck\emoji\fil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7834" y="1576426"/>
            <a:ext cx="559613" cy="55961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66160" y="24688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footage over AI video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31089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Google Veo: impressive, but hundreds of times more expensive and quota-limited. Veo stays available behind one setting.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126480" y="118872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CE3F2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0" y="1444752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15" name="Image 2" descr="C:\Users\Admin\AppData\Local\Temp\claude\d--SmartTutor\5ff2c210-ed39-47c1-9187-8611ef6ccd50\scratchpad\deck\emoji\buo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2474" y="1576426"/>
            <a:ext cx="559613" cy="55961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4688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fallback for every step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310896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falls back to free Microsoft voices, the renderer to a simpler engine. Running out of quota still produces a video.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DCE3F2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3258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5" name="Image 0" descr="C:\Users\Admin\AppData\Local\Temp\claude\d--SmartTutor\5ff2c210-ed39-47c1-9187-8611ef6ccd50\scratchpad\deck\emoji\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3" y="1428293"/>
            <a:ext cx="435254" cy="43525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29844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 laptop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status lives in memory and is lost on restart.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1671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44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cloud VM, Redis or a database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63440" y="109728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DCE3F2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92040" y="13258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11" name="Image 1" descr="C:\Users\Admin\AppData\Local\Temp\claude\d--SmartTutor\5ff2c210-ed39-47c1-9187-8611ef6ccd50\scratchpad\deck\emoji\bus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4453" y="1428293"/>
            <a:ext cx="435254" cy="43525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15000" y="129844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limit on parallel jobs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71500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uploads at once slow the machine down.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715000" y="21671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44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 job queue and render workers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" y="288036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DCE3F2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85800" y="310896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17" name="Image 2" descr="C:\Users\Admin\AppData\Local\Temp\claude\d--SmartTutor\5ff2c210-ed39-47c1-9187-8611ef6ccd50\scratchpad\deck\emoji\hourgla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3" y="3211373"/>
            <a:ext cx="435254" cy="43525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308152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per course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508760" y="3429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 runs at about real time.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1508760" y="39502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44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parallel rendering in the cloud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4663440" y="288036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DCE3F2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892040" y="310896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23" name="Image 3" descr="C:\Users\Admin\AppData\Local\Temp\claude\d--SmartTutor\5ff2c210-ed39-47c1-9187-8611ef6ccd50\scratchpad\deck\emoji\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4453" y="3211373"/>
            <a:ext cx="435254" cy="43525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715000" y="308152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accounts yet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5715000" y="3429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login, roles or file retention policy.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5715000" y="39502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44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authentication and auto-cleanup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i="1" dirty="0">
                <a:solidFill>
                  <a:schemeClr val="bg1"/>
                </a:solidFill>
              </a:rPr>
              <a:t>Future improvements</a:t>
            </a:r>
            <a:endParaRPr lang="en-US" sz="2800" b="1" dirty="0">
              <a:solidFill>
                <a:schemeClr val="bg1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4" name="Image 0" descr="C:\Users\Admin\AppData\Local\Temp\claude\d--SmartTutor\5ff2c210-ed39-47c1-9187-8611ef6ccd50\scratchpad\deck\emoji\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" y="1260043"/>
            <a:ext cx="497434" cy="49743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1978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Cloud, queue and parallel rendering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1527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users at once, seconds per course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663440" y="114300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8" name="Image 1" descr="C:\Users\Admin\AppData\Local\Temp\claude\d--SmartTutor\5ff2c210-ed39-47c1-9187-8611ef6ccd50\scratchpad\deck\emoji\m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0483" y="1260043"/>
            <a:ext cx="497434" cy="49743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577840" y="11978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rendering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5577840" y="15270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edits the script to control content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22402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12" name="Image 2" descr="C:\Users\Admin\AppData\Local\Temp\claude\d--SmartTutor\5ff2c210-ed39-47c1-9187-8611ef6ccd50\scratchpad\deck\emoji\c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243" y="2357323"/>
            <a:ext cx="497434" cy="49743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22951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quizzes and LMS export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262432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the company's existing learning platform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663440" y="22402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38100" dir="5400000" algn="bl" rotWithShape="0">
              <a:srgbClr val="0F1B3D">
                <a:alpha val="12000"/>
              </a:srgbClr>
            </a:outerShdw>
          </a:effectLst>
        </p:spPr>
      </p:sp>
      <p:pic>
        <p:nvPicPr>
          <p:cNvPr id="16" name="Image 3" descr="C:\Users\Admin\AppData\Local\Temp\claude\d--SmartTutor\5ff2c210-ed39-47c1-9187-8611ef6ccd50\scratchpad\deck\emoji\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357323"/>
            <a:ext cx="497434" cy="49743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577840" y="22951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and learning history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5577840" y="262432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who has completed each course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57200" y="36118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1B2A55"/>
          </a:solidFill>
          <a:ln w="12700">
            <a:solidFill>
              <a:srgbClr val="1B2A55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1417320" y="361188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C8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SmartTutor: a training module for an HR platform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github.com/phucdhcoder19/smarttutor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APK and demo video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in the README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1276</Words>
  <Application>Microsoft Office PowerPoint</Application>
  <PresentationFormat>On-screen Show (16:9)</PresentationFormat>
  <Paragraphs>80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SmartTutor</dc:title>
  <dc:subject>PptxGenJS Presentation</dc:subject>
  <dc:creator>PptxGenJS</dc:creator>
  <cp:lastModifiedBy>Administrator</cp:lastModifiedBy>
  <cp:revision>3</cp:revision>
  <dcterms:created xsi:type="dcterms:W3CDTF">2026-09-30T18:10:53Z</dcterms:created>
  <dcterms:modified xsi:type="dcterms:W3CDTF">2026-10-01T04:45:34Z</dcterms:modified>
</cp:coreProperties>
</file>